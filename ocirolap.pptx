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07134-407B-49D1-9B9B-8792A3864179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E6F27-D612-4277-B112-E6089550EF61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E6F27-D612-4277-B112-E6089550EF61}" type="slidenum">
              <a:rPr lang="es-MX" smtClean="0"/>
              <a:t>1</a:t>
            </a:fld>
            <a:endParaRPr 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C5670-751B-4BF2-BC1B-74B0343232D8}" type="datetimeFigureOut">
              <a:rPr lang="es-MX" smtClean="0"/>
              <a:t>31/05/2014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F7BB9-15CB-4299-8CF5-287CFD5423C8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ideo" Target="file:///D:\DOCUEDMUNDO3\fotos%20y%20videos%20camara%20PC\Capture_20140523.wmv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28596" y="500042"/>
            <a:ext cx="7772400" cy="1470025"/>
          </a:xfrm>
        </p:spPr>
        <p:txBody>
          <a:bodyPr/>
          <a:lstStyle/>
          <a:p>
            <a:r>
              <a:rPr lang="es-MX" dirty="0" smtClean="0"/>
              <a:t>Palo rico</a:t>
            </a:r>
            <a:endParaRPr lang="es-MX" dirty="0"/>
          </a:p>
        </p:txBody>
      </p:sp>
      <p:pic>
        <p:nvPicPr>
          <p:cNvPr id="4" name="Capture_20140523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24000" y="1143000"/>
            <a:ext cx="6096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</Words>
  <Application>Microsoft Office PowerPoint</Application>
  <PresentationFormat>Presentación en pantalla (4:3)</PresentationFormat>
  <Paragraphs>2</Paragraphs>
  <Slides>1</Slides>
  <Notes>1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Palo rico</vt:lpstr>
    </vt:vector>
  </TitlesOfParts>
  <Company>RevolucionUnattended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Palo rico</dc:title>
  <dc:creator>BlackCrystal™ v8</dc:creator>
  <cp:lastModifiedBy>BlackCrystal™ v8</cp:lastModifiedBy>
  <cp:revision>1</cp:revision>
  <dcterms:created xsi:type="dcterms:W3CDTF">2014-06-01T02:08:56Z</dcterms:created>
  <dcterms:modified xsi:type="dcterms:W3CDTF">2014-06-01T02:18:43Z</dcterms:modified>
</cp:coreProperties>
</file>